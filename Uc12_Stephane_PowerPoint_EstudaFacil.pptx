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Open San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4191614" y="3213322"/>
            <a:ext cx="18830843" cy="10499198"/>
            <a:chOff x="0" y="0"/>
            <a:chExt cx="647700" cy="361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7700" cy="361127"/>
            </a:xfrm>
            <a:custGeom>
              <a:avLst/>
              <a:gdLst/>
              <a:ahLst/>
              <a:cxnLst/>
              <a:rect l="l" t="t" r="r" b="b"/>
              <a:pathLst>
                <a:path w="647700" h="361127">
                  <a:moveTo>
                    <a:pt x="647700" y="361127"/>
                  </a:moveTo>
                  <a:cubicBezTo>
                    <a:pt x="647700" y="164427"/>
                    <a:pt x="500247" y="0"/>
                    <a:pt x="323850" y="0"/>
                  </a:cubicBezTo>
                  <a:cubicBezTo>
                    <a:pt x="147453" y="0"/>
                    <a:pt x="0" y="164427"/>
                    <a:pt x="0" y="361127"/>
                  </a:cubicBezTo>
                  <a:lnTo>
                    <a:pt x="647700" y="3611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52400" y="17458"/>
              <a:ext cx="342900" cy="34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171700"/>
            <a:ext cx="7722325" cy="3247405"/>
          </a:xfrm>
          <a:custGeom>
            <a:avLst/>
            <a:gdLst/>
            <a:ahLst/>
            <a:cxnLst/>
            <a:rect l="l" t="t" r="r" b="b"/>
            <a:pathLst>
              <a:path w="7722325" h="3247405">
                <a:moveTo>
                  <a:pt x="0" y="0"/>
                </a:moveTo>
                <a:lnTo>
                  <a:pt x="7722325" y="0"/>
                </a:lnTo>
                <a:lnTo>
                  <a:pt x="7722325" y="3247406"/>
                </a:lnTo>
                <a:lnTo>
                  <a:pt x="0" y="324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2507" t="-201512" b="-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605176" y="6591300"/>
            <a:ext cx="6511972" cy="2576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Estuda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Fácil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como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principal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facilitar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acesso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à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materiais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estudo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de forma online e com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tutoria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professores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95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remotamente</a:t>
            </a:r>
            <a:r>
              <a:rPr lang="en-US" sz="295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69030" y="2182178"/>
            <a:ext cx="10949940" cy="5173980"/>
            <a:chOff x="0" y="0"/>
            <a:chExt cx="2883935" cy="13626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3935" cy="1362694"/>
            </a:xfrm>
            <a:custGeom>
              <a:avLst/>
              <a:gdLst/>
              <a:ahLst/>
              <a:cxnLst/>
              <a:rect l="l" t="t" r="r" b="b"/>
              <a:pathLst>
                <a:path w="2883935" h="1362694">
                  <a:moveTo>
                    <a:pt x="36058" y="0"/>
                  </a:moveTo>
                  <a:lnTo>
                    <a:pt x="2847876" y="0"/>
                  </a:lnTo>
                  <a:cubicBezTo>
                    <a:pt x="2857440" y="0"/>
                    <a:pt x="2866611" y="3799"/>
                    <a:pt x="2873374" y="10561"/>
                  </a:cubicBezTo>
                  <a:cubicBezTo>
                    <a:pt x="2880136" y="17324"/>
                    <a:pt x="2883935" y="26495"/>
                    <a:pt x="2883935" y="36058"/>
                  </a:cubicBezTo>
                  <a:lnTo>
                    <a:pt x="2883935" y="1326636"/>
                  </a:lnTo>
                  <a:cubicBezTo>
                    <a:pt x="2883935" y="1336199"/>
                    <a:pt x="2880136" y="1345371"/>
                    <a:pt x="2873374" y="1352133"/>
                  </a:cubicBezTo>
                  <a:cubicBezTo>
                    <a:pt x="2866611" y="1358895"/>
                    <a:pt x="2857440" y="1362694"/>
                    <a:pt x="2847876" y="1362694"/>
                  </a:cubicBezTo>
                  <a:lnTo>
                    <a:pt x="36058" y="1362694"/>
                  </a:lnTo>
                  <a:cubicBezTo>
                    <a:pt x="26495" y="1362694"/>
                    <a:pt x="17324" y="1358895"/>
                    <a:pt x="10561" y="1352133"/>
                  </a:cubicBezTo>
                  <a:cubicBezTo>
                    <a:pt x="3799" y="1345371"/>
                    <a:pt x="0" y="1336199"/>
                    <a:pt x="0" y="1326636"/>
                  </a:cubicBezTo>
                  <a:lnTo>
                    <a:pt x="0" y="36058"/>
                  </a:lnTo>
                  <a:cubicBezTo>
                    <a:pt x="0" y="26495"/>
                    <a:pt x="3799" y="17324"/>
                    <a:pt x="10561" y="10561"/>
                  </a:cubicBezTo>
                  <a:cubicBezTo>
                    <a:pt x="17324" y="3799"/>
                    <a:pt x="26495" y="0"/>
                    <a:pt x="3605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83935" cy="1400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02218" y="1386794"/>
            <a:ext cx="6883563" cy="650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92"/>
              </a:lnSpc>
            </a:pPr>
            <a:r>
              <a:rPr lang="en-US" sz="3851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Propósito</a:t>
            </a:r>
            <a:r>
              <a:rPr lang="en-US" sz="3851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do </a:t>
            </a:r>
            <a:r>
              <a:rPr lang="en-US" sz="3851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</a:t>
            </a:r>
            <a:endParaRPr lang="en-US" sz="3851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833667" y="3773071"/>
            <a:ext cx="10620666" cy="1603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30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O intuito do sistema é fazer o  cadastro de Alunos, Professores, Cursos, Materiais, Notas, Matrículas, Atendentes e Atendimentos da Secretaria.</a:t>
            </a:r>
          </a:p>
          <a:p>
            <a:pPr algn="l">
              <a:lnSpc>
                <a:spcPts val="3223"/>
              </a:lnSpc>
            </a:pPr>
            <a:r>
              <a:rPr lang="en-US" sz="230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 sistema também facilita o acesso e a consulta dos dados cadastrados.</a:t>
            </a:r>
          </a:p>
          <a:p>
            <a:pPr algn="l">
              <a:lnSpc>
                <a:spcPts val="3223"/>
              </a:lnSpc>
            </a:pPr>
            <a:endParaRPr lang="en-US" sz="2302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08970" y="861060"/>
            <a:ext cx="12070061" cy="8086941"/>
          </a:xfrm>
          <a:custGeom>
            <a:avLst/>
            <a:gdLst/>
            <a:ahLst/>
            <a:cxnLst/>
            <a:rect l="l" t="t" r="r" b="b"/>
            <a:pathLst>
              <a:path w="12070061" h="8086941">
                <a:moveTo>
                  <a:pt x="0" y="0"/>
                </a:moveTo>
                <a:lnTo>
                  <a:pt x="12070060" y="0"/>
                </a:lnTo>
                <a:lnTo>
                  <a:pt x="12070060" y="8086941"/>
                </a:lnTo>
                <a:lnTo>
                  <a:pt x="0" y="808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5909" y="707251"/>
            <a:ext cx="7703095" cy="8879648"/>
          </a:xfrm>
          <a:custGeom>
            <a:avLst/>
            <a:gdLst/>
            <a:ahLst/>
            <a:cxnLst/>
            <a:rect l="l" t="t" r="r" b="b"/>
            <a:pathLst>
              <a:path w="7703095" h="8879648">
                <a:moveTo>
                  <a:pt x="0" y="0"/>
                </a:moveTo>
                <a:lnTo>
                  <a:pt x="7703095" y="0"/>
                </a:lnTo>
                <a:lnTo>
                  <a:pt x="7703095" y="8879648"/>
                </a:lnTo>
                <a:lnTo>
                  <a:pt x="0" y="8879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8104277" y="714401"/>
            <a:ext cx="9810343" cy="8872498"/>
          </a:xfrm>
          <a:custGeom>
            <a:avLst/>
            <a:gdLst/>
            <a:ahLst/>
            <a:cxnLst/>
            <a:rect l="l" t="t" r="r" b="b"/>
            <a:pathLst>
              <a:path w="9810343" h="8872498">
                <a:moveTo>
                  <a:pt x="0" y="0"/>
                </a:moveTo>
                <a:lnTo>
                  <a:pt x="9810343" y="0"/>
                </a:lnTo>
                <a:lnTo>
                  <a:pt x="9810343" y="8872498"/>
                </a:lnTo>
                <a:lnTo>
                  <a:pt x="0" y="887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7291" y="211873"/>
            <a:ext cx="14009164" cy="4798139"/>
          </a:xfrm>
          <a:custGeom>
            <a:avLst/>
            <a:gdLst/>
            <a:ahLst/>
            <a:cxnLst/>
            <a:rect l="l" t="t" r="r" b="b"/>
            <a:pathLst>
              <a:path w="14009164" h="4798139">
                <a:moveTo>
                  <a:pt x="0" y="0"/>
                </a:moveTo>
                <a:lnTo>
                  <a:pt x="14009163" y="0"/>
                </a:lnTo>
                <a:lnTo>
                  <a:pt x="14009163" y="4798139"/>
                </a:lnTo>
                <a:lnTo>
                  <a:pt x="0" y="4798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67291" y="5143500"/>
            <a:ext cx="11294965" cy="4869007"/>
          </a:xfrm>
          <a:custGeom>
            <a:avLst/>
            <a:gdLst/>
            <a:ahLst/>
            <a:cxnLst/>
            <a:rect l="l" t="t" r="r" b="b"/>
            <a:pathLst>
              <a:path w="11294965" h="4869007">
                <a:moveTo>
                  <a:pt x="0" y="0"/>
                </a:moveTo>
                <a:lnTo>
                  <a:pt x="11294964" y="0"/>
                </a:lnTo>
                <a:lnTo>
                  <a:pt x="11294964" y="4869007"/>
                </a:lnTo>
                <a:lnTo>
                  <a:pt x="0" y="4869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74179" y="207922"/>
            <a:ext cx="13139642" cy="9871156"/>
          </a:xfrm>
          <a:custGeom>
            <a:avLst/>
            <a:gdLst/>
            <a:ahLst/>
            <a:cxnLst/>
            <a:rect l="l" t="t" r="r" b="b"/>
            <a:pathLst>
              <a:path w="13139642" h="9871156">
                <a:moveTo>
                  <a:pt x="0" y="0"/>
                </a:moveTo>
                <a:lnTo>
                  <a:pt x="13139642" y="0"/>
                </a:lnTo>
                <a:lnTo>
                  <a:pt x="13139642" y="9871156"/>
                </a:lnTo>
                <a:lnTo>
                  <a:pt x="0" y="9871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</Words>
  <Application>Microsoft Office PowerPoint</Application>
  <PresentationFormat>Personalizar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Calibri</vt:lpstr>
      <vt:lpstr>Open Sans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Estuda Fácil tem como principal objetivo facilitar o acesso a materiais de estudo, de forma online e com tutoria de professores remotamente.</dc:title>
  <dc:creator>STEPHANE OLIVEIRA SOUSA</dc:creator>
  <cp:lastModifiedBy>STEPHANE OLIVEIRA SOUSA</cp:lastModifiedBy>
  <cp:revision>2</cp:revision>
  <dcterms:created xsi:type="dcterms:W3CDTF">2006-08-16T00:00:00Z</dcterms:created>
  <dcterms:modified xsi:type="dcterms:W3CDTF">2026-03-02T17:36:38Z</dcterms:modified>
  <dc:identifier>DAHC0LA4Lzk</dc:identifier>
</cp:coreProperties>
</file>